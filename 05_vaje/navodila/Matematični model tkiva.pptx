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Uredite slog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slov in n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ica z ime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olp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lpec s tremi sli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Uredite slog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419100" y="1089030"/>
            <a:ext cx="10991850" cy="1825096"/>
          </a:xfrm>
        </p:spPr>
        <p:txBody>
          <a:bodyPr>
            <a:normAutofit fontScale="90000"/>
          </a:bodyPr>
          <a:lstStyle/>
          <a:p>
            <a:r>
              <a:rPr lang="sl-SI" dirty="0"/>
              <a:t>Matematični model tkiva</a:t>
            </a:r>
            <a:br>
              <a:rPr lang="sl-SI" dirty="0"/>
            </a:br>
            <a:r>
              <a:rPr lang="en-GB" dirty="0"/>
              <a:t>Mathematical tissue model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sl-SI" b="1" dirty="0"/>
              <a:t>PART 1 </a:t>
            </a:r>
            <a:r>
              <a:rPr lang="sl-SI" b="1" dirty="0" err="1"/>
              <a:t>of</a:t>
            </a:r>
            <a:r>
              <a:rPr lang="sl-SI" b="1" dirty="0"/>
              <a:t> 3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3026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/>
          <p:cNvPicPr>
            <a:picLocks noChangeAspect="1"/>
          </p:cNvPicPr>
          <p:nvPr/>
        </p:nvPicPr>
        <p:blipFill rotWithShape="1">
          <a:blip r:embed="rId2"/>
          <a:srcRect l="4782" t="21496" r="6836" b="21640"/>
          <a:stretch/>
        </p:blipFill>
        <p:spPr>
          <a:xfrm>
            <a:off x="2525486" y="3410856"/>
            <a:ext cx="6792686" cy="2612571"/>
          </a:xfrm>
          <a:prstGeom prst="rect">
            <a:avLst/>
          </a:prstGeom>
        </p:spPr>
      </p:pic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Celica</a:t>
            </a:r>
            <a:endParaRPr lang="en-US" dirty="0"/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>
          <a:xfrm>
            <a:off x="685800" y="2194560"/>
            <a:ext cx="5314950" cy="4024125"/>
          </a:xfrm>
        </p:spPr>
        <p:txBody>
          <a:bodyPr/>
          <a:lstStyle/>
          <a:p>
            <a:r>
              <a:rPr lang="sl-SI" dirty="0"/>
              <a:t>Celico bomo ponazorili kot heksagon oz. poligon</a:t>
            </a:r>
            <a:endParaRPr lang="en-US" dirty="0"/>
          </a:p>
        </p:txBody>
      </p:sp>
      <p:sp>
        <p:nvSpPr>
          <p:cNvPr id="4" name="Označba mesta vsebine 2"/>
          <p:cNvSpPr txBox="1">
            <a:spLocks/>
          </p:cNvSpPr>
          <p:nvPr/>
        </p:nvSpPr>
        <p:spPr>
          <a:xfrm>
            <a:off x="5886450" y="2194559"/>
            <a:ext cx="531495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875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199015" y="764373"/>
            <a:ext cx="9860871" cy="1293028"/>
          </a:xfrm>
        </p:spPr>
        <p:txBody>
          <a:bodyPr/>
          <a:lstStyle/>
          <a:p>
            <a:pPr algn="ctr"/>
            <a:r>
              <a:rPr lang="sl-SI" b="1" dirty="0"/>
              <a:t>Celica</a:t>
            </a:r>
            <a:endParaRPr lang="en-US" b="1" dirty="0"/>
          </a:p>
        </p:txBody>
      </p:sp>
      <p:pic>
        <p:nvPicPr>
          <p:cNvPr id="8" name="Slika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2" y="1731765"/>
            <a:ext cx="9860871" cy="49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95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pPr algn="l"/>
            <a:r>
              <a:rPr lang="sl-SI" dirty="0"/>
              <a:t>Naloga</a:t>
            </a:r>
            <a:endParaRPr lang="en-US" b="1" dirty="0"/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>
          <a:xfrm>
            <a:off x="685800" y="2194560"/>
            <a:ext cx="10687050" cy="4024125"/>
          </a:xfrm>
        </p:spPr>
        <p:txBody>
          <a:bodyPr/>
          <a:lstStyle/>
          <a:p>
            <a:pPr marL="0" indent="0">
              <a:buNone/>
            </a:pPr>
            <a:r>
              <a:rPr lang="sl-SI" dirty="0"/>
              <a:t>Uporabi </a:t>
            </a:r>
            <a:r>
              <a:rPr lang="sl-SI" b="1" dirty="0" err="1"/>
              <a:t>Python</a:t>
            </a:r>
            <a:r>
              <a:rPr lang="sl-SI" dirty="0"/>
              <a:t> in izriši heksagon.  Za dolžino stanice uporabi </a:t>
            </a:r>
            <a:r>
              <a:rPr lang="sl-SI" i="1" dirty="0"/>
              <a:t>a</a:t>
            </a:r>
            <a:r>
              <a:rPr lang="sl-SI" dirty="0"/>
              <a:t> = 1. Ustvari tudi funkcijo, ki izračunala:</a:t>
            </a:r>
          </a:p>
          <a:p>
            <a:pPr marL="0" indent="0">
              <a:buNone/>
            </a:pPr>
            <a:endParaRPr lang="sl-SI" dirty="0"/>
          </a:p>
          <a:p>
            <a:pPr lvl="1"/>
            <a:r>
              <a:rPr lang="sl-SI" dirty="0"/>
              <a:t>obseg heksagona</a:t>
            </a:r>
          </a:p>
          <a:p>
            <a:pPr lvl="1"/>
            <a:r>
              <a:rPr lang="sl-SI" dirty="0"/>
              <a:t>Površino heksagona</a:t>
            </a:r>
          </a:p>
          <a:p>
            <a:pPr lvl="1"/>
            <a:r>
              <a:rPr lang="sl-SI" dirty="0"/>
              <a:t>Težišče heksagona</a:t>
            </a:r>
          </a:p>
        </p:txBody>
      </p:sp>
    </p:spTree>
    <p:extLst>
      <p:ext uri="{BB962C8B-B14F-4D97-AF65-F5344CB8AC3E}">
        <p14:creationId xmlns:p14="http://schemas.microsoft.com/office/powerpoint/2010/main" val="200907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Naloga 2</a:t>
            </a:r>
            <a:endParaRPr lang="en-US" b="1" dirty="0"/>
          </a:p>
        </p:txBody>
      </p:sp>
      <p:sp>
        <p:nvSpPr>
          <p:cNvPr id="4" name="Označba mesta vsebine 2"/>
          <p:cNvSpPr>
            <a:spLocks noGrp="1"/>
          </p:cNvSpPr>
          <p:nvPr>
            <p:ph idx="1"/>
          </p:nvPr>
        </p:nvSpPr>
        <p:spPr>
          <a:xfrm>
            <a:off x="685799" y="2194560"/>
            <a:ext cx="10715625" cy="4024125"/>
          </a:xfrm>
        </p:spPr>
        <p:txBody>
          <a:bodyPr anchor="ctr"/>
          <a:lstStyle/>
          <a:p>
            <a:pPr marL="0" indent="0" algn="ctr">
              <a:buNone/>
            </a:pPr>
            <a:r>
              <a:rPr lang="sl-SI" b="1" dirty="0"/>
              <a:t>Uporabi </a:t>
            </a:r>
            <a:r>
              <a:rPr lang="sl-SI" b="1" dirty="0" err="1"/>
              <a:t>Python</a:t>
            </a:r>
            <a:r>
              <a:rPr lang="sl-SI" b="1" dirty="0"/>
              <a:t> in animiraj izdelano celico. Ustvari </a:t>
            </a:r>
            <a:r>
              <a:rPr lang="sl-SI" b="1" dirty="0" err="1"/>
              <a:t>for</a:t>
            </a:r>
            <a:r>
              <a:rPr lang="sl-SI" b="1" dirty="0"/>
              <a:t> zanko znotraj katere boste velikost celice postopno povečali do poljubne faktorja. Vmesni koraki povečevanja naj bodo sprotno vidni na zaslonu.</a:t>
            </a:r>
          </a:p>
        </p:txBody>
      </p:sp>
    </p:spTree>
    <p:extLst>
      <p:ext uri="{BB962C8B-B14F-4D97-AF65-F5344CB8AC3E}">
        <p14:creationId xmlns:p14="http://schemas.microsoft.com/office/powerpoint/2010/main" val="3708132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Naloga | EXERICE </a:t>
            </a:r>
            <a:r>
              <a:rPr lang="sl-SI" b="1" dirty="0"/>
              <a:t>3</a:t>
            </a:r>
            <a:endParaRPr lang="en-US" dirty="0"/>
          </a:p>
        </p:txBody>
      </p:sp>
      <p:sp>
        <p:nvSpPr>
          <p:cNvPr id="4" name="Označba mesta vsebine 2"/>
          <p:cNvSpPr>
            <a:spLocks noGrp="1"/>
          </p:cNvSpPr>
          <p:nvPr>
            <p:ph idx="1"/>
          </p:nvPr>
        </p:nvSpPr>
        <p:spPr>
          <a:xfrm>
            <a:off x="685800" y="2194560"/>
            <a:ext cx="5054600" cy="4024125"/>
          </a:xfrm>
        </p:spPr>
        <p:txBody>
          <a:bodyPr/>
          <a:lstStyle/>
          <a:p>
            <a:pPr marL="0" indent="0">
              <a:buNone/>
            </a:pPr>
            <a:r>
              <a:rPr lang="sl-SI" dirty="0"/>
              <a:t>Uporabi </a:t>
            </a:r>
            <a:r>
              <a:rPr lang="sl-SI" dirty="0" err="1"/>
              <a:t>Python</a:t>
            </a:r>
            <a:r>
              <a:rPr lang="sl-SI" dirty="0"/>
              <a:t> in poišči energijsko najbolj ugodno stanje celice.</a:t>
            </a:r>
          </a:p>
        </p:txBody>
      </p:sp>
    </p:spTree>
    <p:extLst>
      <p:ext uri="{BB962C8B-B14F-4D97-AF65-F5344CB8AC3E}">
        <p14:creationId xmlns:p14="http://schemas.microsoft.com/office/powerpoint/2010/main" val="3188268785"/>
      </p:ext>
    </p:extLst>
  </p:cSld>
  <p:clrMapOvr>
    <a:masterClrMapping/>
  </p:clrMapOvr>
</p:sld>
</file>

<file path=ppt/theme/theme1.xml><?xml version="1.0" encoding="utf-8"?>
<a:theme xmlns:a="http://schemas.openxmlformats.org/drawingml/2006/main" name="Sled par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TM04033937[[fn=Sled pare]]</Template>
  <TotalTime>329</TotalTime>
  <Words>96</Words>
  <Application>Microsoft Office PowerPoint</Application>
  <PresentationFormat>Širokozaslonsko</PresentationFormat>
  <Paragraphs>15</Paragraphs>
  <Slides>6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Sled pare</vt:lpstr>
      <vt:lpstr>Matematični model tkiva Mathematical tissue model</vt:lpstr>
      <vt:lpstr>Celica</vt:lpstr>
      <vt:lpstr>Celica</vt:lpstr>
      <vt:lpstr>Naloga</vt:lpstr>
      <vt:lpstr>Naloga 2</vt:lpstr>
      <vt:lpstr>Naloga | EXERICE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Matematični model tkiva Mathematical tissue model</dc:title>
  <dc:creator>Rene</dc:creator>
  <cp:lastModifiedBy>Rene Markovič</cp:lastModifiedBy>
  <cp:revision>8</cp:revision>
  <dcterms:created xsi:type="dcterms:W3CDTF">2016-11-03T09:13:55Z</dcterms:created>
  <dcterms:modified xsi:type="dcterms:W3CDTF">2024-12-05T09:09:49Z</dcterms:modified>
</cp:coreProperties>
</file>